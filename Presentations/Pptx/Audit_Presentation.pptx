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000000"/>
                </a:solidFill>
                <a:latin typeface="Arial"/>
              </a:rPr>
              <a:t>Monthly net income, $ millions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 ($ millions)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10.76</c:v>
                </c:pt>
                <c:pt idx="1">
                  <c:v>11.01</c:v>
                </c:pt>
                <c:pt idx="2">
                  <c:v>13.29</c:v>
                </c:pt>
                <c:pt idx="3">
                  <c:v>12.68</c:v>
                </c:pt>
                <c:pt idx="4">
                  <c:v>11.83</c:v>
                </c:pt>
                <c:pt idx="5">
                  <c:v>10.65</c:v>
                </c:pt>
                <c:pt idx="6">
                  <c:v>10.91</c:v>
                </c:pt>
                <c:pt idx="7">
                  <c:v>11.94</c:v>
                </c:pt>
                <c:pt idx="8">
                  <c:v>11.39</c:v>
                </c:pt>
                <c:pt idx="9">
                  <c:v>3.38</c:v>
                </c:pt>
                <c:pt idx="10">
                  <c:v>9.83</c:v>
                </c:pt>
                <c:pt idx="11">
                  <c:v>-20.25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B3-4FFF-98B0-A0097A634F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7779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574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5603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787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0846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8227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93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4436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5908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607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2544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32302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598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09233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6186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4059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999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16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27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Ashbourne Industries, Inc.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Monthly Trial Balance – Audit Results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DD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Catalyst: Audit work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BDD0EE"/>
                </a:solidFill>
                <a:latin typeface="Arial" pitchFamily="34" charset="0"/>
                <a:cs typeface="Arial" pitchFamily="34" charset="-120"/>
              </a:rPr>
              <a:t>Submitted By: Pritam Saha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summary (December)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1,263,879,322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Liabilities &amp; Equity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(1,263,879,320)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(988,385,863)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40000 to 80000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890,982,485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(should be 0)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(97,403,376)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 accounts. Debits positive, credits negative. Revenue and expenses are cumulative, so December is the full year.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balance each month?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2194560"/>
          </a:xfrm>
          <a:prstGeom prst="rect">
            <a:avLst/>
          </a:prstGeom>
          <a:solidFill>
            <a:srgbClr val="EEF2F8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JAN–NOV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$1 to $8 of zero each month. Rounding only.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2194560"/>
          </a:xfrm>
          <a:prstGeom prst="rect">
            <a:avLst/>
          </a:prstGeom>
          <a:solidFill>
            <a:srgbClr val="EEF2F8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balance by (97,403,376).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January–November difference: 8 (May).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December is out of balance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246888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Year-to-date net income (revenue and expense accounts)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97,403,378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Retained Earnings (29205): November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220,435,578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Retained Earnings (29205): December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123,032,200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Movement in Retained Earnings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(97,403,378)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Imbalance if revenue and expenses were closed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 was booked to Retained Earnings while the revenue and expense accounts stayed open, so it is counted twice.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 by month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005840"/>
          <a:ext cx="8046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figures come from cumulative balances. October is low (3.4m); December is negative because cumulative net income falls from 117.7m to 97.4m.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flags (121 in total)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accounts have no balance after November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accounts first appear in December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liabilities carry a debit balance in December (for example Accrued Trade 22100: 8,647,577)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assets carry a credit balance in December (for example Finished Goods 14314: (94,284,618))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Prepaid acquisition 15160: 326.7m added in September, cleared in December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names are truncated; use account codes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revenue and expense accounts to Retained Earnings, or reverse the Retained Earnings entry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support for the September debt reclassification and the prepaid acquisition cleared in December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debit-balance liabilities and credit-balance assets for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misposting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</TotalTime>
  <Words>347</Words>
  <Application>Microsoft Office PowerPoint</Application>
  <PresentationFormat>On-screen Show (16:9)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Ashbourne Industries 2024 Trial Balance Audit</dc:title>
  <dc:subject>PptxGenJS Presentation</dc:subject>
  <dc:creator>PptxGenJS</dc:creator>
  <cp:lastModifiedBy>Pritam Saha</cp:lastModifiedBy>
  <cp:revision>3</cp:revision>
  <dcterms:created xsi:type="dcterms:W3CDTF">2026-10-02T07:24:07Z</dcterms:created>
  <dcterms:modified xsi:type="dcterms:W3CDTF">2026-10-02T07:34:08Z</dcterms:modified>
</cp:coreProperties>
</file>